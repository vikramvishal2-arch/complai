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- RISK - COMPLIANCE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Stop GRC for CISOs &amp; CIOs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leadership portal that unifies frameworks, controls, and risk - so security executives answer the board in minutes, not weeks.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3A8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2 - ISO 27001 - 21+ frameworks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306324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3A8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leadership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3447288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3A8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472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Risk-to-control traceability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502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- FIVE OUTCOMES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1005840" cy="10058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3317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Portal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10515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3A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16128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4356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2 - ISO 27001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92440" y="10515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3A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16128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14356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154+ per tenant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92040" y="3703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3A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8130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40873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controls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83880" y="3703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3A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38130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40873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dashboard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72200" y="44348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45445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Ready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48188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- Export - Proof</a:t>
            </a:r>
            <a:endParaRPr lang="en-US" sz="8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01168"/>
            <a:ext cx="1325880" cy="365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4 - Introduction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85800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- GRC is broken across too many 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2412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CISOs and CIOs lose visibility, time, and audit confidence when data lives in silos.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184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63677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tools typical per org (spreadsheets, risk tools, drives, ticketing)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00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40h+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36829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audit cycle reconciling controls, risks, and evidence manually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815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30998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asks "Are we green?" - often no real-time, domain-level answer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739896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398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" y="3703320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float without control linkage - audit gaps stay hidden.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4197096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97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" y="4160520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issues can mask "audit ready" status - leadership sees green, auditors see red.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417320"/>
            <a:ext cx="41148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REALITY - FRAGMENTED GRC STACK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828800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9385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2128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23560" y="1691640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18013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Tool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0756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874520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98424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2585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60920" y="1737360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8470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/ ITSM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2121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92440" y="1920240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20299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23042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0" y="26974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2743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CIO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number do I trust?"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520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PREP TIME - 85% manual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754880" y="3730752"/>
            <a:ext cx="38404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730752"/>
            <a:ext cx="324612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977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CONFIDENCE - Low (stale data)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754880" y="4187952"/>
            <a:ext cx="38404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187952"/>
            <a:ext cx="132588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01168"/>
            <a:ext cx="1325880" cy="36576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4 - The problem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85800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ComplAI provides - one portal, full GRC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2412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framework activation to audit-ready proof - designed for how CISOs and CIOs actually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45336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453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" y="150876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dashboard - RAG by domain and framework, click-to-filter charts, path-to-green.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048256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482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201168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register - per-control compliance method, remediation, evidence, audit-ready rules.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551176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088" y="251460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- inherent and present scoring; every risk/issue linked to a control.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54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" y="301752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and integrate - CSV for auditors; architecture for IdAM, SIEM, access tools.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216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73989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prebuilt - SOC 2 (61) - ISO 27001 (93) enabled by default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41732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Dashboard - RAG Posture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828800"/>
            <a:ext cx="914400" cy="9144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20116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1874520"/>
            <a:ext cx="109728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184708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55%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52160" y="2075688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204825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28%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52160" y="2276856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2494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17%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52160" y="2395728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domain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852160" y="2514600"/>
            <a:ext cx="109728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2633472"/>
            <a:ext cx="7772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2752344"/>
            <a:ext cx="5029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1874520"/>
            <a:ext cx="1783080" cy="1234440"/>
          </a:xfrm>
          <a:prstGeom prst="roundRect">
            <a:avLst>
              <a:gd name="adj" fmla="val 4444"/>
            </a:avLst>
          </a:prstGeom>
          <a:solidFill>
            <a:srgbClr val="FFFBEB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938528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Access mgmt - 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Change control - Amber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 open risks block audit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Path to green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0" y="338328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4564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&lt;-&gt; Control linkage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70332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130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CC6.1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0873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Access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064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&lt;-&gt;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36576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37673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access risk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40416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Inherent High -&gt; Present Medium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4315968"/>
            <a:ext cx="379476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3159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Ready blocked until linked risks &amp; issues are resolved</a:t>
            </a:r>
            <a:endParaRPr lang="en-US" sz="7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01168"/>
            <a:ext cx="1325880" cy="36576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4 - Product capabilities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85800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purchase ComplAI - the executive business case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2412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risk, cut audit friction, and give the board a number they can trust.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fire drill</a:t>
            </a: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manual prep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stress - High cost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every cycle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3172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-&gt;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97480" y="178308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828800"/>
            <a:ext cx="1508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GRC</a:t>
            </a: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RAG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on demand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export - One truth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prep effort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502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51560" y="3429000"/>
            <a:ext cx="31546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429000"/>
            <a:ext cx="269748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84448"/>
            <a:ext cx="502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1560" y="3584448"/>
            <a:ext cx="31546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584448"/>
            <a:ext cx="86868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46304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5361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CISOs &amp; CIOs BUY - DECISION DRIVERS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2322576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65976" y="1828800"/>
            <a:ext cx="18288" cy="137160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19202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9933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0" y="19202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9933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74920" y="2606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6791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0" y="2606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6791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267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09160" y="3063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confidence - Audit pass - Risk visibility - Team efficiency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34290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pane of glass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" y="3767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 for posture, risks, and compliance - no reconciling 5 tools before board meetings.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331720" y="34290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04872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red to green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04872" y="3767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RAG + path-to-green actions focus budget and people where impact is highest.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51960" y="34290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25112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audit trail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25112" y="3767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tied to controls, evidence per context, CSV export - auditors get proof, not stories.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72200" y="34290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stack, your way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45352" y="3767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Customer-defined compliance per control - flexible for your environment, structured for SOC 2 and ISO.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11480" y="4498848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54456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ComplAI when you need to lead GRC - not chase it.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risk. Prove control. Walk into every audit with confidence.</a:t>
            </a:r>
            <a:endParaRPr lang="en-US" sz="11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01168"/>
            <a:ext cx="1325880" cy="36576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4 - Business case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85800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ComplAI — CISO &amp; CIO Deck</dc:title>
  <dc:subject>One Stop GRC for security leadership</dc:subject>
  <dc:creator>Propel Ready Solutions</dc:creator>
  <cp:lastModifiedBy>Propel Ready Solutions</cp:lastModifiedBy>
  <cp:revision>1</cp:revision>
  <dcterms:created xsi:type="dcterms:W3CDTF">2026-06-19T18:34:11Z</dcterms:created>
  <dcterms:modified xsi:type="dcterms:W3CDTF">2026-06-19T18:34:11Z</dcterms:modified>
</cp:coreProperties>
</file>